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3588" cy="6861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883"/>
            <a:ext cx="9145191" cy="2388705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3705"/>
            <a:ext cx="9145191" cy="165652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46" indent="0" algn="ctr">
              <a:buNone/>
              <a:defRPr sz="2000"/>
            </a:lvl2pPr>
            <a:lvl3pPr marL="914491" indent="0" algn="ctr">
              <a:buNone/>
              <a:defRPr sz="1800"/>
            </a:lvl3pPr>
            <a:lvl4pPr marL="1371737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9" indent="0" algn="ctr">
              <a:buNone/>
              <a:defRPr sz="1600"/>
            </a:lvl6pPr>
            <a:lvl7pPr marL="2743474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951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987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10530"/>
            <a:ext cx="10516970" cy="285405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91588"/>
            <a:ext cx="10516970" cy="15008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98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6470"/>
            <a:ext cx="5182275" cy="435335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6470"/>
            <a:ext cx="5182275" cy="435335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076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294"/>
            <a:ext cx="10516970" cy="132617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942"/>
            <a:ext cx="5158459" cy="824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6235"/>
            <a:ext cx="5158459" cy="368629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942"/>
            <a:ext cx="5183863" cy="824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6235"/>
            <a:ext cx="5183863" cy="368629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3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04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21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412"/>
            <a:ext cx="3932749" cy="16009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883"/>
            <a:ext cx="6173004" cy="48758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8352"/>
            <a:ext cx="3932749" cy="3813353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1" indent="0">
              <a:buNone/>
              <a:defRPr sz="1200"/>
            </a:lvl3pPr>
            <a:lvl4pPr marL="1371737" indent="0">
              <a:buNone/>
              <a:defRPr sz="1000"/>
            </a:lvl4pPr>
            <a:lvl5pPr marL="1828983" indent="0">
              <a:buNone/>
              <a:defRPr sz="1000"/>
            </a:lvl5pPr>
            <a:lvl6pPr marL="2286229" indent="0">
              <a:buNone/>
              <a:defRPr sz="1000"/>
            </a:lvl6pPr>
            <a:lvl7pPr marL="2743474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094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412"/>
            <a:ext cx="3932749" cy="16009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7883"/>
            <a:ext cx="6173004" cy="487588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1" indent="0">
              <a:buNone/>
              <a:defRPr sz="2400"/>
            </a:lvl3pPr>
            <a:lvl4pPr marL="1371737" indent="0">
              <a:buNone/>
              <a:defRPr sz="2000"/>
            </a:lvl4pPr>
            <a:lvl5pPr marL="1828983" indent="0">
              <a:buNone/>
              <a:defRPr sz="2000"/>
            </a:lvl5pPr>
            <a:lvl6pPr marL="2286229" indent="0">
              <a:buNone/>
              <a:defRPr sz="2000"/>
            </a:lvl6pPr>
            <a:lvl7pPr marL="2743474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8352"/>
            <a:ext cx="3932749" cy="3813353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1" indent="0">
              <a:buNone/>
              <a:defRPr sz="1200"/>
            </a:lvl3pPr>
            <a:lvl4pPr marL="1371737" indent="0">
              <a:buNone/>
              <a:defRPr sz="1000"/>
            </a:lvl4pPr>
            <a:lvl5pPr marL="1828983" indent="0">
              <a:buNone/>
              <a:defRPr sz="1000"/>
            </a:lvl5pPr>
            <a:lvl6pPr marL="2286229" indent="0">
              <a:buNone/>
              <a:defRPr sz="1000"/>
            </a:lvl6pPr>
            <a:lvl7pPr marL="2743474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91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13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294"/>
            <a:ext cx="2629242" cy="581452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294"/>
            <a:ext cx="7735307" cy="581452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452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294"/>
            <a:ext cx="10516970" cy="132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6470"/>
            <a:ext cx="10516970" cy="4353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9293"/>
            <a:ext cx="2743557" cy="36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BFEDC-0A88-406E-B0BE-11946DF6516E}" type="datetimeFigureOut">
              <a:rPr lang="it-IT" smtClean="0"/>
              <a:t>26/05/2026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9293"/>
            <a:ext cx="4115336" cy="36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9293"/>
            <a:ext cx="2743557" cy="36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FC731-720B-4906-BCBA-EF4F386FDB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347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9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23" indent="-228623" algn="l" defTabSz="9144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69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14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60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06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51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l" defTabSz="9144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C1AF92-A68A-4C33-98EB-146B698E5F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4E96514-A3D9-41B6-8D28-D2ED154541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6967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Personalizzato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alessio di lonardo</dc:creator>
  <cp:lastModifiedBy>alessio di lonardo</cp:lastModifiedBy>
  <cp:revision>1</cp:revision>
  <dcterms:created xsi:type="dcterms:W3CDTF">2026-05-26T15:56:37Z</dcterms:created>
  <dcterms:modified xsi:type="dcterms:W3CDTF">2026-05-26T15:58:03Z</dcterms:modified>
</cp:coreProperties>
</file>